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XANDER LEARNING HUB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All-in-One E-Learning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Schools, Training Centers &amp; Global Education Brands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· Learn · Succeed Globally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2F6B"/>
                </a:solidFill>
              </a:rPr>
              <a:t>Sales Pitch Deck  ·  Xander Global Scholars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What your prospects struggle with today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we solve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Scattered tools — Zoom here, payments there, spreadsheets everywhere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No branded learner experience — looks unprofessional to students &amp; partners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Manual enrollment &amp; payment tracking — errors, delays, lost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Hard to scale live classes across time zones and cohorts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No certificates, analytics, or instructor payout automation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Expensive custom development — months to build, years to maintain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Sales hook: "What if one platform handled enrollment, payment, live classes, and certificates — under your brand?"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Xander Learning Hub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control.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Beautiful public website with course catalog &amp; online booking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Full admin dashboard — students, courses, payments,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Instructor portal — materials, quizzes, live classes, earnings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Learner portal — enroll, pay, learn, earn certificates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Partner institution portals — your clients get their own branded site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Built-in Zoom, Stripe, email notifications &amp; marketing banners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Position as: All-in-one SaaS for education businesses — live today, not "coming soon".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organizations choose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for everything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Courses, payments, live classes, certificates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5+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roles built-in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Admin, instructor, learner, partner, coordinator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24/7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Online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Materials, quizzes, progress anytime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54D81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00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brand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White-label portals for partner institutions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is it for?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Ideal customers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Language schools &amp; exam prep centers (IELTS, TOEFL, DELF…)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Universities &amp; training academies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Corporate L&amp;D departments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EdTech startups launching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Government &amp; NGO skills programs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Decision makers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School owners &amp; directors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Academic managers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IT / operations leads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Partnership &amp; franchise managers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Training consultants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tour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What you can demo in 15 minutes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experience (learner-facing)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Modern homepage with promo banners &amp; starburst offers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Course catalog with search, pricing &amp; program grouping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4-step signup with study shift selection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"Book meeting with us" — Calendly-style scheduling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Branded institution portals (/join/your-school)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Secure Stripe checkout &amp; certificate verification (QR)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Demo tip: Start on homepage → pick a course → show signup flow → flip to admin approval.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power (your control center)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Dashboard KPIs &amp; 6-month enrollment charts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Student management — approve, enroll, mark paid in clicks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Course &amp; program builder with instructor assignment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Course approval workflow for quality control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Payment &amp; revenue management with instructor split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Marketing Management — live promo banners without a developer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Emphasize: No coding needed. Staff trained in 2 days.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learning &amp;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Zoom Meetings — schedule, start, record, playback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Live Classes — tied to courses, learners join in-app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Live Cohorts — waiting room queue + host studio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Webinar signups — public booking → auto email with join link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Reschedule with apology email — book again or cancel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Quizzes &amp; assessments — including AI-generated from materials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Differentiator: Not just an LMS — a full live + async learning ecosystem.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 &amp; partnerships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Monetization built-in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Stripe online payments (cards, global)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Manual payment marking for bank/cash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Revenue split: platform vs instructor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Instructor payout requests &amp; approval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Partner institution signup fees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Promo coupons on top banner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F6B"/>
                </a:solidFill>
              </a:rPr>
              <a:t>Partner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White-label portal per institution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Custom logo, colors, registration links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Scoped admin — partners see only their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Ideal for franchises &amp; agency resellers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You sell licenses; they run their school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Live &amp; deployed — not a prototype or mockup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Zoom + Stripe + certificates integrated out of the box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Multi-tenant partner institutions — scale B2B sales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African &amp; global timezone support built-in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Calendly-style meeting booking for lead generation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Admin "View as learner" — world-class support 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✓ Customizable marketing without touching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Objection handler: "We already use Moodle/Teachable" → Those don't include Zoom cohorts, partner portals, and local payment flows in one stack.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&amp; positioning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How to price the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offer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Starter — Single school, up to X learners, core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Growth — Multiple programs, Zoom recordings, analytics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Enterprise — Partner institutions, white-label, priority support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Add-ons — Custom onboarding, data migration, dedicated training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Implementation — 2-day staff training (zero to hero) included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Anchor value: Replacing 4–5 tools (LMS + Zoom scheduler + payment gateway + website) with one platform.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 cheat sheet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"Too expensive" → Compare vs building custom or paying for 5 separate SaaS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"We need time" → Pilot with one course + 20 learners in week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"Our team isn't technical" → 2-day training; admin UI is click-based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"What about data?" → Hosted on secure cloud; institution data scoped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"Can we brand it?" → Yes — full partner portal branding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"Integration?" → Zoom, Stripe, email — already connected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4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15-minute winning demo flow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sales demo (memorize this)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1. Homepage — show promo banner + star offer + course catalog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2. Learner signup — pick course + study shift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3. Admin — approve student &amp; enrollment, mark paid (3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4. Learner dashboard — materials, live class, certificate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5. Zoom — create meeting or show recording playback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6. Meeting booking — public form → approve → email (2 min)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7. Close — partner portal + analytics screenshot (2 min)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6350">
            <a:solidFill>
              <a:srgbClr val="254D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12F6B"/>
                </a:solidFill>
              </a:rPr>
              <a:t>Always end with: "Your institution could be live with your first course by [date]."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Xander Global Scholars?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Mission: Study. Learn. Succeed Globally.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Proven platform running in production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Language training, exam prep &amp; professional development focus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Human support — book a meeting directly on the website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Training &amp; onboarding for your whole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Roadmap driven by real school operations — not Silicon Valley fantasy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Xander Learning Hub  |  xanderglobalacademy.com  |  info@xanderglobalscholars.com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transform your training business?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65A"/>
                </a:solidFill>
              </a:rPr>
              <a:t>Book a live demo · Start your institution portal · Launch your first course this week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2735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</a:rPr>
              <a:t>info@xanderglobalscholars.com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xanderglobalacademy.com  ·  Book meeting with us online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Xander Learning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Xander Learning Hub — Sales Pitch</dc:title>
  <dc:subject>E-Learning Platform Sales Deck</dc:subject>
  <dc:creator>Xander Global Scholars</dc:creator>
  <cp:lastModifiedBy>Xander Global Scholars</cp:lastModifiedBy>
  <cp:revision>1</cp:revision>
  <dcterms:created xsi:type="dcterms:W3CDTF">2026-07-09T06:45:50Z</dcterms:created>
  <dcterms:modified xsi:type="dcterms:W3CDTF">2026-07-09T06:45:50Z</dcterms:modified>
</cp:coreProperties>
</file>